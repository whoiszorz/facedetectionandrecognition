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1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62" r:id="rId11"/>
  </p:sldIdLst>
  <p:sldSz cx="12192000" cy="6858000"/>
  <p:notesSz cx="6858000" cy="9144000"/>
  <p:defaultTextStyle>
    <a:defPPr rtl="0">
      <a:defRPr lang="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14DCE5-411A-4E42-AD3C-2494A4EAE779}" type="datetime1">
              <a:rPr lang="hu-HU" smtClean="0"/>
              <a:t>2020. 11. 09.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368516-3842-4620-B9B3-67F535CB3A5D}" type="datetime1">
              <a:rPr lang="hu-HU" smtClean="0"/>
              <a:t>2020. 11. 09.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"/>
              <a:t>Mintaszöveg szerkesztése</a:t>
            </a:r>
            <a:endParaRPr lang="en-US"/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Téglalap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Téglalap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Téglalap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Csoport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Egyenes összekötő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60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20" name="Dátum helye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E8BDBE0D-D7BD-4B72-8656-1BA1EE15204D}" type="datetime1">
              <a:rPr lang="hu-HU" smtClean="0"/>
              <a:t>2020. 11. 09.</a:t>
            </a:fld>
            <a:endParaRPr lang="en-US" dirty="0"/>
          </a:p>
        </p:txBody>
      </p:sp>
      <p:sp>
        <p:nvSpPr>
          <p:cNvPr id="21" name="Élőláb helye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Dia számának helye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7A52B9-A8AB-438E-B534-4C40C3A9E74F}" type="datetime1">
              <a:rPr lang="hu-HU" smtClean="0"/>
              <a:t>2020. 11. 09.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Téglalap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Téglalap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Téglalap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60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grpSp>
        <p:nvGrpSpPr>
          <p:cNvPr id="16" name="Csoport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Egyenes összekötő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F11F62F7-5E21-4DF6-AD45-F2360C22BAAE}" type="datetime1">
              <a:rPr lang="hu-HU" smtClean="0"/>
              <a:t>2020. 11. 09.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AD0CF7-F942-4A78-BD5B-565FEA1F0330}" type="datetime1">
              <a:rPr lang="hu-HU" smtClean="0"/>
              <a:t>2020. 11. 09.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B1E64E-AF4C-4D8A-B1A2-6376454CC97D}" type="datetime1">
              <a:rPr lang="hu-HU" smtClean="0"/>
              <a:t>2020. 11. 09.</a:t>
            </a:fld>
            <a:endParaRPr lang="en-US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77358-1C37-4F07-9A78-BAC0F950DA57}" type="datetime1">
              <a:rPr lang="hu-HU" smtClean="0"/>
              <a:t>2020. 11. 09.</a:t>
            </a:fld>
            <a:endParaRPr lang="en-US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CB3493-9A23-4FBB-AEE0-C0E6D5F3648B}" type="datetime1">
              <a:rPr lang="hu-HU" smtClean="0"/>
              <a:t>2020. 11. 09.</a:t>
            </a:fld>
            <a:endParaRPr lang="en-US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8" name="Dátum helye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C45F6E80-D825-48C2-9648-1D1B31372F92}" type="datetime1">
              <a:rPr lang="hu-HU" smtClean="0"/>
              <a:t>2020. 11. 09.</a:t>
            </a:fld>
            <a:endParaRPr lang="en-US"/>
          </a:p>
        </p:txBody>
      </p:sp>
      <p:sp>
        <p:nvSpPr>
          <p:cNvPr id="9" name="Élőláb helye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Dia számának helye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8977A4C8-8FD0-44EA-A473-E0338D05B7ED}" type="datetime1">
              <a:rPr lang="hu-HU" smtClean="0"/>
              <a:t>2020. 11. 09.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164A21-2A73-421C-B26A-59E41BBEFBEB}" type="datetime1">
              <a:rPr lang="hu-HU" smtClean="0"/>
              <a:t>2020. 11. 09.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7CBEE9-063A-466D-A69B-CD20FA75015F}" type="datetime1">
              <a:rPr lang="hu-HU" smtClean="0"/>
              <a:t>2020. 11. 09.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Téglalap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Téglalap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Téglalap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u"/>
              <a:t>Mintacím stílusának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0150E88-5DA4-48FE-971C-3A8E0386704F}" type="datetime1">
              <a:rPr lang="hu-HU" smtClean="0"/>
              <a:t>2020. 11. 09.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Egy embléma közelképe&#10;&#10;Automatikusan létrehozott leírás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331063" cy="6857990"/>
          </a:xfrm>
          <a:prstGeom prst="rect">
            <a:avLst/>
          </a:prstGeom>
        </p:spPr>
      </p:pic>
      <p:sp>
        <p:nvSpPr>
          <p:cNvPr id="82" name="Téglalap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Téglalap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hu" sz="4400" dirty="0">
                <a:solidFill>
                  <a:schemeClr val="tx1"/>
                </a:solidFill>
              </a:rPr>
              <a:t>ARCDETEKTÁLÁS ÉS FELISMERÉS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2" y="3706537"/>
            <a:ext cx="4775075" cy="55965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hu" dirty="0">
                <a:solidFill>
                  <a:schemeClr val="tx1"/>
                </a:solidFill>
              </a:rPr>
              <a:t>(OPENCV C++)</a:t>
            </a:r>
          </a:p>
        </p:txBody>
      </p:sp>
      <p:sp>
        <p:nvSpPr>
          <p:cNvPr id="7" name="Alcím 2">
            <a:extLst>
              <a:ext uri="{FF2B5EF4-FFF2-40B4-BE49-F238E27FC236}">
                <a16:creationId xmlns:a16="http://schemas.microsoft.com/office/drawing/2014/main" id="{A586D466-9A8B-4CEC-ABE7-B17A2FCABEA0}"/>
              </a:ext>
            </a:extLst>
          </p:cNvPr>
          <p:cNvSpPr txBox="1">
            <a:spLocks/>
          </p:cNvSpPr>
          <p:nvPr/>
        </p:nvSpPr>
        <p:spPr>
          <a:xfrm>
            <a:off x="6033791" y="4366719"/>
            <a:ext cx="4775075" cy="559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800" kern="12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hu" dirty="0">
                <a:solidFill>
                  <a:schemeClr val="tx1"/>
                </a:solidFill>
              </a:rPr>
              <a:t>Országh Levente Máté (Z79CCJ)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2897"/>
            <a:ext cx="10058400" cy="724567"/>
          </a:xfrm>
        </p:spPr>
        <p:txBody>
          <a:bodyPr rtlCol="0">
            <a:normAutofit/>
          </a:bodyPr>
          <a:lstStyle/>
          <a:p>
            <a:pPr algn="ctr" rtl="0"/>
            <a:r>
              <a:rPr lang="hu" sz="3200" dirty="0"/>
              <a:t>Probléma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1D94AC-2130-48DE-8AA0-B29ECBC0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04188"/>
            <a:ext cx="10058400" cy="4834468"/>
          </a:xfrm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2897"/>
            <a:ext cx="10058400" cy="724567"/>
          </a:xfrm>
        </p:spPr>
        <p:txBody>
          <a:bodyPr rtlCol="0">
            <a:normAutofit/>
          </a:bodyPr>
          <a:lstStyle/>
          <a:p>
            <a:pPr algn="ctr" rtl="0"/>
            <a:r>
              <a:rPr lang="hu" sz="3200" dirty="0"/>
              <a:t>Célkitűzés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1D94AC-2130-48DE-8AA0-B29ECBC0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04188"/>
            <a:ext cx="10058400" cy="4834468"/>
          </a:xfrm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539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2897"/>
            <a:ext cx="10058400" cy="724567"/>
          </a:xfrm>
        </p:spPr>
        <p:txBody>
          <a:bodyPr rtlCol="0">
            <a:normAutofit/>
          </a:bodyPr>
          <a:lstStyle/>
          <a:p>
            <a:pPr algn="ctr" rtl="0"/>
            <a:r>
              <a:rPr lang="hu" sz="3200" dirty="0"/>
              <a:t>Irodalom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1D94AC-2130-48DE-8AA0-B29ECBC0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04188"/>
            <a:ext cx="10058400" cy="4834468"/>
          </a:xfrm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55354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2897"/>
            <a:ext cx="10058400" cy="724567"/>
          </a:xfrm>
        </p:spPr>
        <p:txBody>
          <a:bodyPr rtlCol="0">
            <a:normAutofit/>
          </a:bodyPr>
          <a:lstStyle/>
          <a:p>
            <a:pPr algn="ctr" rtl="0"/>
            <a:r>
              <a:rPr lang="hu" sz="3200" dirty="0"/>
              <a:t>Felhasznált anyagok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1D94AC-2130-48DE-8AA0-B29ECBC0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04188"/>
            <a:ext cx="10058400" cy="4834468"/>
          </a:xfrm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43840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2897"/>
            <a:ext cx="10058400" cy="724567"/>
          </a:xfrm>
        </p:spPr>
        <p:txBody>
          <a:bodyPr rtlCol="0">
            <a:normAutofit/>
          </a:bodyPr>
          <a:lstStyle/>
          <a:p>
            <a:pPr algn="ctr" rtl="0"/>
            <a:r>
              <a:rPr lang="hu" sz="3200" dirty="0"/>
              <a:t>Felvételek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1D94AC-2130-48DE-8AA0-B29ECBC0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04188"/>
            <a:ext cx="10058400" cy="4834468"/>
          </a:xfrm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09306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2897"/>
            <a:ext cx="10058400" cy="724567"/>
          </a:xfrm>
        </p:spPr>
        <p:txBody>
          <a:bodyPr rtlCol="0">
            <a:normAutofit/>
          </a:bodyPr>
          <a:lstStyle/>
          <a:p>
            <a:pPr algn="ctr" rtl="0"/>
            <a:r>
              <a:rPr lang="hu" sz="3200" dirty="0"/>
              <a:t>Arcdetektálás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1D94AC-2130-48DE-8AA0-B29ECBC0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04188"/>
            <a:ext cx="10058400" cy="4834468"/>
          </a:xfrm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03873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2897"/>
            <a:ext cx="10058400" cy="724567"/>
          </a:xfrm>
        </p:spPr>
        <p:txBody>
          <a:bodyPr rtlCol="0">
            <a:normAutofit/>
          </a:bodyPr>
          <a:lstStyle/>
          <a:p>
            <a:pPr algn="ctr" rtl="0"/>
            <a:r>
              <a:rPr lang="hu" sz="3200" dirty="0"/>
              <a:t>Arcfelismerés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1D94AC-2130-48DE-8AA0-B29ECBC0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04188"/>
            <a:ext cx="10058400" cy="4834468"/>
          </a:xfrm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906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2897"/>
            <a:ext cx="10058400" cy="724567"/>
          </a:xfrm>
        </p:spPr>
        <p:txBody>
          <a:bodyPr rtlCol="0">
            <a:normAutofit/>
          </a:bodyPr>
          <a:lstStyle/>
          <a:p>
            <a:pPr algn="ctr" rtl="0"/>
            <a:r>
              <a:rPr lang="hu" sz="3200" dirty="0"/>
              <a:t>Eredmények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1D94AC-2130-48DE-8AA0-B29ECBC0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04188"/>
            <a:ext cx="10058400" cy="4834468"/>
          </a:xfrm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8100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3895E1-EFAF-4CB5-93EA-2D0E304735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400" dirty="0"/>
              <a:t>Köszönöm a figyelmet!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D3A1F1A-3428-4A76-8FBE-0DDF7FCA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8BDBE0D-D7BD-4B72-8656-1BA1EE15204D}" type="datetime1">
              <a:rPr lang="hu-HU" smtClean="0"/>
              <a:t>2020. 11. 09.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4415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24_TF78438558" id="{AB246F2A-2CBF-491E-A6C5-29DA362F2C33}" vid="{99588252-1777-460A-BE9C-614E107CF06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{3C9C03C7-3310-4FAB-829D-289083E5A7BF}tf78438558</Template>
  <TotalTime>10</TotalTime>
  <Words>27</Words>
  <Application>Microsoft Office PowerPoint</Application>
  <PresentationFormat>Szélesvásznú</PresentationFormat>
  <Paragraphs>13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Calibri</vt:lpstr>
      <vt:lpstr>Century Gothic</vt:lpstr>
      <vt:lpstr>Garamond</vt:lpstr>
      <vt:lpstr>SavonVTI</vt:lpstr>
      <vt:lpstr>ARCDETEKTÁLÁS ÉS FELISMERÉS</vt:lpstr>
      <vt:lpstr>Probléma</vt:lpstr>
      <vt:lpstr>Célkitűzés</vt:lpstr>
      <vt:lpstr>Irodalom</vt:lpstr>
      <vt:lpstr>Felhasznált anyagok</vt:lpstr>
      <vt:lpstr>Felvételek</vt:lpstr>
      <vt:lpstr>Arcdetektálás</vt:lpstr>
      <vt:lpstr>Arcfelismerés</vt:lpstr>
      <vt:lpstr>Eredmények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ARCDETEKTÁLÁS ÉS FELISMERÉS</dc:title>
  <dc:creator>Levente Országh</dc:creator>
  <cp:lastModifiedBy>Levente Országh</cp:lastModifiedBy>
  <cp:revision>6</cp:revision>
  <dcterms:created xsi:type="dcterms:W3CDTF">2020-11-09T17:26:58Z</dcterms:created>
  <dcterms:modified xsi:type="dcterms:W3CDTF">2020-11-09T17:37:00Z</dcterms:modified>
</cp:coreProperties>
</file>